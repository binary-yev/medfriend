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33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MedFriend is a privacy-first care-navigation agent. It does the administrative work of getting through a medical procedure — reading denials, appealing them, scheduling, checking email — while treating every document as untrusted and gating every real action behind the patient's approval. Built for the Concierge Agents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someone is scheduled for a major procedure, the operation is only half the job. The other half is paperwork — prior auth, denial letters, finding an in-network surgeon, booking, appealing before a deadline — and it falls on someone who's unwell and overwhelmed. Existing chatbots can explain these steps. The real value is actually doing them — and doing them safely, because this involves real personal data and real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 agent and not a fixed script? Three reasons. One — the input is messy and adversarial: it could be pasted text, a scan, a photo, or a voicemail, and the agent has to judge whether it can even be trusted. Two — the next step depends on live state: some things are lookups, some are live decisions, and an appeal has to find the right supporting evidence first. Three — the actions are real: sending email, placing calls, submitting appeals, which needs orchestration and a human in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Architecturally it's a multi-agent system on Google's ADK. A single root agent owns the conversation and orchestrates two counterparty sub-agents — an insurance reviewer and a provider's office — using ADK's agent-as-a-tool pattern, so the root stays in control and everything shows up in one trace. It calls a real Google Maps MCP server, the Gmail API with the patient's own OAuth, and Bland.ai for approval-gated calls. Every turn is wrapped by four security checkpoints, and it's served behind FastAPI with A2A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the heart of this. Four independent checkpoints. One — a deterministic pre-filter runs in code before the model even sees the text; it redacts PII and flags known injection strings. Two — the model classifies each document clean or tampered, and tampered content goes to a quarantine store that's invisible to everything downstream. Three — a separate LLM-as-a-Judge inspects the agent's output and every tool call. Four — human approval gates on every real action. Even a missed injection can't cause an autonomous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it with ADK and the agents-cli, developed with an Antigravity-assisted workflow configured in GEMINI.md. The iteration loop was ADK's eval harness — a behavioral dataset, a second LLM grading quality, and a deterministic trajectory check that verifies the injected denial actually gets quarantined. A few key decisions: AgentTool instead of sub_agents so the root stays in control; Gmail via the API with the patient's own OAuth; and stateless counterparties that make the booking negotiation deterministic. It's hardened with hash-locked dependencies, Terraform with least-privilege and Secret Manager, security scanning in CI, and a STRIDE threat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137160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3160" y="1874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MedFriend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2450592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B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privacy-first care-navigation agent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450592" y="3429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the paperwork of a medical procedure — and treats every document as untrusted.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Agents  ·  Kaggle AI Agents Capstone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82335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github.com/Binary-yev/MedFriend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major procedure is a second job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surgery is only half of it. The rest is administrative — and it lands on the person least equipped to handle it: someone unwell, stressed, and not fluent in benefits jargon.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66360" cy="786384"/>
          </a:xfrm>
          <a:prstGeom prst="roundRect">
            <a:avLst>
              <a:gd name="adj" fmla="val 13953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450592"/>
            <a:ext cx="457200" cy="45720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56489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2860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prior authorization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355080" y="2286000"/>
            <a:ext cx="5166360" cy="786384"/>
          </a:xfrm>
          <a:prstGeom prst="roundRect">
            <a:avLst>
              <a:gd name="adj" fmla="val 13953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37960" y="2450592"/>
            <a:ext cx="457200" cy="45720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25648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2860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denial letters written in insurance-speak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3218688"/>
            <a:ext cx="5166360" cy="786384"/>
          </a:xfrm>
          <a:prstGeom prst="roundRect">
            <a:avLst>
              <a:gd name="adj" fmla="val 13953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975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21868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 in-network surgeon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355080" y="3218688"/>
            <a:ext cx="5166360" cy="786384"/>
          </a:xfrm>
          <a:prstGeom prst="roundRect">
            <a:avLst>
              <a:gd name="adj" fmla="val 13953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537960" y="3383280"/>
            <a:ext cx="457200" cy="45720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34975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321868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appointment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640080" y="4151376"/>
            <a:ext cx="5166360" cy="786384"/>
          </a:xfrm>
          <a:prstGeom prst="roundRect">
            <a:avLst>
              <a:gd name="adj" fmla="val 13953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22960" y="4315968"/>
            <a:ext cx="457200" cy="45720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4430268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151376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Appeal a wrongful denial — before a deadline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6355080" y="4151376"/>
            <a:ext cx="5166360" cy="786384"/>
          </a:xfrm>
          <a:prstGeom prst="roundRect">
            <a:avLst>
              <a:gd name="adj" fmla="val 13953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6537960" y="4315968"/>
            <a:ext cx="457200" cy="45720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2260" y="4430268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4151376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a complaint about a rehab facility</a:t>
            </a:r>
            <a:endParaRPr lang="en-US" sz="1550" dirty="0"/>
          </a:p>
        </p:txBody>
      </p:sp>
      <p:sp>
        <p:nvSpPr>
          <p:cNvPr id="28" name="Shape 20"/>
          <p:cNvSpPr/>
          <p:nvPr/>
        </p:nvSpPr>
        <p:spPr>
          <a:xfrm>
            <a:off x="640080" y="5230368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16333A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914400" y="5481828"/>
            <a:ext cx="457200" cy="457200"/>
          </a:xfrm>
          <a:prstGeom prst="ellipse">
            <a:avLst/>
          </a:prstGeom>
          <a:solidFill>
            <a:srgbClr val="EB71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5596128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54480" y="5230368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explain these steps. </a:t>
            </a:r>
            <a:r>
              <a:rPr lang="en-US" sz="1900" b="1" dirty="0">
                <a:solidFill>
                  <a:srgbClr val="39B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is in doing them — safely.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agent — not a chatbot or a script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8572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612" y="1783080"/>
            <a:ext cx="640080" cy="64008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32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8612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Messy, adversarial input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8612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arrives as text, a PDF, a photo, or a voicemail. The agent has to read it, classify it, and decide whether it can be trusted — a judgment, not a regex.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89908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9948" y="1783080"/>
            <a:ext cx="640080" cy="64008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9948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depends on live state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09948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I need prior auth?” is a lookup. “Has it been approved?” is a live decision. An appeal needs the evidence that satisfies the denial found first.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121244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41284" y="1783080"/>
            <a:ext cx="640080" cy="64008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304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41284" y="25603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actions are real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441284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email, placing phone calls, submitting appeals — that needs tool use, orchestration across sub-agents, and a human approval gate so nothing happens unilaterally.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multi-agent on Google ADK</a:t>
            </a:r>
            <a:endParaRPr lang="en-US" sz="3400" dirty="0"/>
          </a:p>
        </p:txBody>
      </p:sp>
      <p:pic>
        <p:nvPicPr>
          <p:cNvPr id="3" name="Image 0" descr="assets/medfrien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731520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0" y="1463040"/>
            <a:ext cx="3413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B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flows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0" y="2011680"/>
            <a:ext cx="34134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root agent (Gemini 2.5 Flash) owns the conversation and routes each request.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sub-agents via AgentTool, plus local case tools and three external integrations.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security checkpoints wrap every turn.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behind FastAPI + A2A; deployable via Docker + Terraform.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by design — four checkpoints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document — pasted, PDF, image, voicemail, or email — is </a:t>
            </a:r>
            <a:r>
              <a:rPr lang="en-US" sz="1700" b="1" dirty="0">
                <a:solidFill>
                  <a:srgbClr val="EB7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</a:t>
            </a:r>
            <a:r>
              <a:rPr lang="en-US" sz="170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26568" y="1828800"/>
            <a:ext cx="2697480" cy="4160520"/>
          </a:xfrm>
          <a:prstGeom prst="roundRect">
            <a:avLst>
              <a:gd name="adj" fmla="val 4068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9176" y="2148840"/>
            <a:ext cx="566928" cy="566928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8" y="22905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55368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4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0888" y="28529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pre-filter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00888" y="361188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regex/keyword screen that runs in code, before the model. Redacts PII and flags known injection strings.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904" y="380847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06928" y="1828800"/>
            <a:ext cx="2697480" cy="4160520"/>
          </a:xfrm>
          <a:prstGeom prst="roundRect">
            <a:avLst>
              <a:gd name="adj" fmla="val 4068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599536" y="2148840"/>
            <a:ext cx="566928" cy="566928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268" y="229057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5728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4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3581248" y="28529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quarantine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3581248" y="361188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classifies CLEAN vs TAMPERED; tampered content goes to a dead-letter store, invisible to all later reasoning.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64" y="380847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87288" y="1828800"/>
            <a:ext cx="2697480" cy="4160520"/>
          </a:xfrm>
          <a:prstGeom prst="roundRect">
            <a:avLst>
              <a:gd name="adj" fmla="val 4068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479896" y="2148840"/>
            <a:ext cx="566928" cy="566928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628" y="229057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16088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4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5"/>
          <p:cNvSpPr/>
          <p:nvPr/>
        </p:nvSpPr>
        <p:spPr>
          <a:xfrm>
            <a:off x="6461608" y="28529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LLM-as-a-Judge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6461608" y="361188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safety agent inspects the agent's output and every tool call, blocking unsafe ones before they take effect.</a:t>
            </a:r>
            <a:endParaRPr lang="en-US" sz="13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624" y="380847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67648" y="1828800"/>
            <a:ext cx="2697480" cy="4160520"/>
          </a:xfrm>
          <a:prstGeom prst="roundRect">
            <a:avLst>
              <a:gd name="adj" fmla="val 4068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9360256" y="2148840"/>
            <a:ext cx="566928" cy="566928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1988" y="2290572"/>
            <a:ext cx="283464" cy="28346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896448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4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0"/>
          <p:cNvSpPr/>
          <p:nvPr/>
        </p:nvSpPr>
        <p:spPr>
          <a:xfrm>
            <a:off x="9341968" y="28529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gates</a:t>
            </a:r>
            <a:endParaRPr lang="en-US" sz="1650" dirty="0"/>
          </a:p>
        </p:txBody>
      </p:sp>
      <p:sp>
        <p:nvSpPr>
          <p:cNvPr id="30" name="Text 21"/>
          <p:cNvSpPr/>
          <p:nvPr/>
        </p:nvSpPr>
        <p:spPr>
          <a:xfrm>
            <a:off x="9341968" y="361188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BB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real action — email, phone call, appeal, booking — stops and waits for the patient's explicit “yes.”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8572" y="1298448"/>
            <a:ext cx="5486400" cy="2395728"/>
          </a:xfrm>
          <a:prstGeom prst="roundRect">
            <a:avLst>
              <a:gd name="adj" fmla="val 4580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1180" y="1591056"/>
            <a:ext cx="548640" cy="54864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172821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4412" y="15910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B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8612" y="2258568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 + agents-cli, Gemini 2.5 Flash.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an Antigravity / Gemini-CLI workflow (GEMINI.md).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46724" y="1298448"/>
            <a:ext cx="5486400" cy="2395728"/>
          </a:xfrm>
          <a:prstGeom prst="roundRect">
            <a:avLst>
              <a:gd name="adj" fmla="val 4580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39332" y="1591056"/>
            <a:ext cx="548640" cy="54864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492" y="17282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52564" y="15910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B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loop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66764" y="2258568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eval: a behavioral dataset, a second LLM grading response quality, and a deterministic tool-trajectory check — e.g. that the injection case actually fires quarantine_document.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8572" y="3877056"/>
            <a:ext cx="5486400" cy="2395728"/>
          </a:xfrm>
          <a:prstGeom prst="roundRect">
            <a:avLst>
              <a:gd name="adj" fmla="val 4580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51180" y="4169664"/>
            <a:ext cx="548640" cy="54864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3068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4412" y="41696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B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78612" y="4837176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AgentTool, not sub_agents — root stays in control and shows in the trace.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via API + patient OAuth. Stateless counterparties make booking deterministic.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246724" y="3877056"/>
            <a:ext cx="5486400" cy="2395728"/>
          </a:xfrm>
          <a:prstGeom prst="roundRect">
            <a:avLst>
              <a:gd name="adj" fmla="val 4580"/>
            </a:avLst>
          </a:prstGeom>
          <a:solidFill>
            <a:srgbClr val="1A3B42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539332" y="4169664"/>
            <a:ext cx="548640" cy="548640"/>
          </a:xfrm>
          <a:prstGeom prst="ellipse">
            <a:avLst/>
          </a:prstGeom>
          <a:solidFill>
            <a:srgbClr val="39B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492" y="430682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52564" y="41696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B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&amp; deploy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6566764" y="4837176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Hash-locked deps (uv.lock).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(Cloud Run) + Terraform: least-priv SA, Secret Manager, auth-invoker default.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Bandit / CodeQL / Dependency-Review CI + STRIDE threat model.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Microsoft Office PowerPoint</Application>
  <PresentationFormat>Widescreen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MedFriend — capstone walkthrough</dc:title>
  <dc:subject>PptxGenJS Presentation</dc:subject>
  <dc:creator>Binary-yev</dc:creator>
  <cp:lastModifiedBy>Yev g</cp:lastModifiedBy>
  <cp:revision>2</cp:revision>
  <dcterms:created xsi:type="dcterms:W3CDTF">2026-07-06T23:38:56Z</dcterms:created>
  <dcterms:modified xsi:type="dcterms:W3CDTF">2026-07-16T01:02:19Z</dcterms:modified>
</cp:coreProperties>
</file>